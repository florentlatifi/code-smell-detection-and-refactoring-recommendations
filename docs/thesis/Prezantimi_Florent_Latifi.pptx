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1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1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37" y="1737360"/>
            <a:ext cx="849802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