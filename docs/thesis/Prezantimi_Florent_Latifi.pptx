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ka dy gjysma. Vetëm njëra u mat,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1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Përgjigjja e ndarë për PK3 është e qëllimshme dhe e regjistruar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i përmirësojnë refaktorimet e propozuara karakteristikat strukturore, duke ruajtur kompilueshmërinë dhe sjelljen?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522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17 833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3 633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20%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50%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Gjysma e dytë e PK3 nuk u 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kompilohet. Pretendimi është «kompilon» ose «nuk shton lloj të ri gabimi».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2 te 46 nga 405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Kompilueshmëria u verifikua; sjellja jo, dhe kjo thuhet hapur në vend që pyetja të ngushtohej.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Nuk ka krahasim me mjete ekzistuese: kontributi është krahasueshmëria e brendshme mes A-së dhe B-së.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837" y="1737360"/>
            <a:ext cx="849802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