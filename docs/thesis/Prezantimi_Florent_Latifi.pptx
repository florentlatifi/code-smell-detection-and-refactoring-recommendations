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Rreth 13 minuta; pyetjet vijnë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Këtu vendoset pse punimi mat edhe tavanin e pajtimit mes rishikuesve, e jo vetëm saktësinë kundrejt etiketave.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PK3 ka dy gjysma. Vetëm njëra u mat, dhe kjo thuhet hapur më vonë.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Theksi: A dhe B pikëzohen me të njëjtin kod. Kjo i bën shifrat e krahasueshme dhe është një nga tri kontributet.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për mbulimin: 95.4% e mostrave u materializuan; pjesa tjetër është kufizim i raportuar.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i përgjigjet pyetjes më të mundshme: a janë fryrë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Pragjet janë ato të botuara, të pandryshuara. Nuk u kalibruan për t'i zbukuruar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Modeli fiton te të katër erërat, dhe përparësia mbetet mbi zeron edhe me intervale besimi të grupuara sipas depos.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e parandalon pyetjen «pse MCC-ja juaj është kaq e ulët».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Numri i vogël i aplikuar është zgjedhje konservatore dhe raportohet si e tillë.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pse nuk u testua sjellja: rishkarkimi i korpusit me varësi ishte jashtë kohës dhe hapësirës; kufizimi është i shkruar te Kapitulli 1 dhe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Përgjigjja e ndarë për PK3 është e qëllimshme dhe e regjistruar te DECISIONS.md.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Më mirë t'i thuash vetë kufizimet se t'i nxjerrin 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Mbyll me riprodhueshmërinë: është ajo që e dallon këtë punim.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Sllajdet rezervë vijnë pas kësaj.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Fshirja mat qëndrueshmëri, nuk zgjedh pragje. Dy pragje dolën të ndjeshme dhe nuk u adoptuan.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Rëndësia matet jashtë fold-it, ndaj nuk anon drejt veçorive me shumë vlera.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94560"/>
            <a:ext cx="106372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0">
                <a:solidFill>
                  <a:srgbClr val="1A1D21"/>
                </a:solidFill>
                <a:latin typeface="Times New Roman"/>
              </a:defRPr>
            </a:pPr>
            <a:r>
              <a:t>Detektimi i code smells dhe rekomandimet për refaktorim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57600"/>
            <a:ext cx="106372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4C5560"/>
                </a:solidFill>
                <a:latin typeface="Segoe UI"/>
              </a:defRPr>
            </a:pPr>
            <a:r>
              <a:t>Florent Latifi  ·  Mentore: MSc. Altina Salihu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Shkenca Kompjuterike dhe Inxhinieri · UBT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Problemi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Pse detektimi i code smells nuk është i zgjidhur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Një code smell është simptomë dizajni, jo defekt: kodi funksionon, por ndryshimi i tij kushton.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Përkufizimet janë cilësore. Nuk ka prag të botuar që e pranojnë të gjithë.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Vetë zhvilluesit profesionistë nuk pajtohen mes tyre për një të katërtën e mostrave.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Rrjedhimisht «sa i saktë është një detektor» varet nga kundrejt kujt matet.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Tri pyetje kërkimore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Sa e saktë është detektimi me strategji metrikash, krahasuar me etiketimet e zhvilluesve profesionistë?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A e përmirëson një model i mësimit të makinës, i trajnuar mbi të njëjtat metrika, saktësinë krahasuar me pragjet fikse?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A i përmirësojnë refaktorimet e propozuara karakteristikat strukturore, duke ruajtur kompilueshmërinë dhe sjelljen?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Çka u ndërtua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Tri qasje të pavarura mbi një sistem të vetëm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A — Strategji detektimi nga literatura (Lanza &amp; Marinescu), me pragje të cituara.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B — Klasifikues i trajnuar mbi të njëjtat metrika, me etiketat e MLCQ-së.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C — Motor refaktorimi mbi AST: transformime deterministike, të verifikuara me kompilator.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Të tria ndajnë një parser, një grup metrikash dhe të njëjtin kod pikëzimi.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Të dhënat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MLCQ: etiketime nga zhvillues profesionistë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4 534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mostra të matura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522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depo 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erëra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Korpusi shkarkohet nga commit-et që MLCQ-ja emërton, jo nga HEAD.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Çdo mostër lidhet me entitetin e vet përmes rangut të rreshtave, jo emrit.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Si matet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Ndarja është vendi ku rezultatet fryhen më lehtë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Ndarja është e grupuar sipas depos: asnjë projekt nuk shfaqet në të dyja anët.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Një ndarje e rastësishme sipas rreshtave do të vinte kod të kopjuar nga i njëjti projekt në të dy anët, dhe do t'i fryjë të gjitha shifrat.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Raportohet MCC, jo saktësia: kur shumica e etiketave janë «asnjë erë», një detektor që nuk ndez kurrë duket i shkëlqyer.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Klasifikuesi i shumicës raportohet për çdo erë, si kontroll.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PK1 — Qasja A: strategjitë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Precizion i lartë, recall i ulët, kudo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/>
                <a:gridCol w="2127443"/>
                <a:gridCol w="2127443"/>
                <a:gridCol w="2127443"/>
                <a:gridCol w="2127443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Precizion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Kur strategjia ndez, zakonisht ka të drejtë. Por ndez rrallë.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PK2 — Qasja B kundrejt 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I njëjti korpus, i njëjti kod pikëzimi</a:t>
            </a:r>
          </a:p>
        </p:txBody>
      </p:sp>
      <p:pic>
        <p:nvPicPr>
          <p:cNvPr id="3" name="Picture 2" descr="mcc_a_v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5196" y="1737360"/>
            <a:ext cx="6941302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Sa të mira janë vërtet këto shifra?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Tavani nuk është 1.0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6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 mes rishikuesve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0.031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0.669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0.238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Vetë rishikuesit pajtohen mes tyre me MCC 0.022–0.238. Kjo i vendos të gjitha shifrat e mësipërme në një shkallë tjetër.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PK3 — Qasja C: motori i refaktorimit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17 833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vende të gjetura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3 633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transformuara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20%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 vendeve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Refuzimi është rezultat i saktë, jo dështim: motori nuk e prek kodin kur parakushti nuk provohet nga pema e analizës.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Arsyeja kryesore është që forma e kodit nuk përputhet — 50% e vendeve.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Verifikimi, dhe ku ndalet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Gjysma e dytë e PK3 nuk u 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Çdo rishkrim kompilohet. Pretendimi është «kompilon» ose «nuk shton lloj të ri gabimi».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I kompiluar brenda projektit të vet, verdikti më i fortë ngjitet nga 1 te 46 nga 405 rishkrime të mostrës.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Ruajtja e sjelljes nuk verifikohet: korpusi mban vetëm skedarë .java, pa skedarë ndërtimi dhe pa varësi, ndaj asnjë suitë testesh nuk ekzekutohet dot.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Kjo raportohet si kufizim, jo si pretendim i arritur.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Përgjigjet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Strategjitë janë të sakta kur ndezin, por e humbin shumicën e rasteve.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Po. Modeli i tejkalon pragjet fikse te të katër erërat, mbi të njëjtën ndarje dhe me të njëjtin kod pikëzimi.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Pjesërisht. Kompilueshmëria u verifikua; sjellja jo, dhe kjo thuhet hapur në vend që pyetja të ngushtohej.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Kufizimet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raportuara, jo të zbutura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E vërteta bazë është subjektive dhe rishikuesit nuk pajtohen mes tyre.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Analiza është statike dhe nuk zgjidh tipa: varësitë semantike trajtohen konservativisht.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Ashpërsia e derivuar u krahasua me atë të rishikuesve, rezultati doli negativ, dhe pretendimi u hoq.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Sjellja e kodit të rishkruar mbetet e paverifikuar.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Nuk ka krahasim me mjete ekzistuese: kontributi është krahasueshmëria e brendshme mes A-së dhe B-së.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Kontributi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Dy qasje detektimi të vlerësuara mbi të njëjtin korpus me të njëjtin kod pikëzimi, me ndarje të grupuar dhe të deklaruar.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Lidhja mes detektimit dhe refaktorimit e matur empirikisht: sa nga rastet e gjetura arrijnë të transformohen vërtet.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Rezultatet negative të raportuara, jo të fshehura.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Çdo shifër e riprodhueshme nga një skript, dhe riprodhimi u vu në provë.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43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>
                <a:solidFill>
                  <a:srgbClr val="1A1D21"/>
                </a:solidFill>
                <a:latin typeface="Times New Roman"/>
              </a:defRPr>
            </a:pPr>
            <a:r>
              <a:t>Faleminderit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749039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838D99"/>
                </a:solidFill>
                <a:latin typeface="Segoe UI"/>
              </a:defRPr>
            </a:pPr>
            <a:r>
              <a:t>Pyetje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ndjeshmëria ndaj pragjeve</a:t>
            </a:r>
          </a:p>
        </p:txBody>
      </p:sp>
      <p:pic>
        <p:nvPicPr>
          <p:cNvPr id="3" name="Picture 2" descr="ndjeshmeria_e_pragje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2974" y="1737360"/>
            <a:ext cx="6345747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çka zgjodhi modeli</a:t>
            </a:r>
          </a:p>
        </p:txBody>
      </p:sp>
      <p:pic>
        <p:nvPicPr>
          <p:cNvPr id="3" name="Picture 2" descr="rendesia_e_vecor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837" y="1737360"/>
            <a:ext cx="8498021" cy="3931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