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3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512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15 800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3 532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22%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45%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4 te 66 nga 201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982" y="1737360"/>
            <a:ext cx="462173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