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pyet vetëm për atë që matet: kompilimin dhe heqjen e erës. Ruajtja e sjelljes nuk matet,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3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 Clauses 100%, Extract Method 65%, Introduce Parameter Object 0%. Extract Method do emër tjetër në vend të «extracted»; një rishkrim i tij nuk kompilon, ndonëse kishte verdiktin «pa gabim të ri» — gabimi ishte i të njëjtit lloj si ata që skedari i izoluar kishte tashmë.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Formulimi i PK3 u ngushtua me kërkesë të mentores; arsyeja është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MSc.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mund të aplikohen automatikisht refaktorimet pa shtuar gabime të reja kompilimi, dhe a e heqin erën sipas rimatjes?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512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PMD-ja, me të njëjtat strategji dhe pragjet e veta, nuk del më mirë në asnjë krahasim.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15 800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3 532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22%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45%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Sjellja nuk matet, ndaj nuk është pjesë e PK3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kalon nga javac. Pretendimi është «kompilon» ose «nuk shton lloj të ri gabimi», dhe i dyti nuk është garanci.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4 te 66 nga 201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A ia vlejnë rishkrimet?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60 rishkrime të lexuara sipas një rubrike, pa parë verdiktin e kompilatorit</a:t>
            </a:r>
          </a:p>
        </p:txBody>
      </p:sp>
      <p:pic>
        <p:nvPicPr>
          <p:cNvPr id="3" name="Picture 2" descr="pranueshmeria_e_rishkrim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333" y="1737360"/>
            <a:ext cx="7061028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49377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Të ripeshuara: 63% të pranueshme për një zhvillues, zakonisht pas një ndreqjeje të vogël.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Introduce Parameter Object e heq erën nga matja, jo nga kodi: lista e gjatë kalon te konstruktori.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Rishkrimet u verifikuan me kompilator dhe u rimatën; struktura përmirësohet te Guard Clauses dhe Extract Method, jo te Introduce Parameter Object. Sjellja nuk u mat.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Cilësia e rishkrimeve u gjykua nga një rishikues i vetëm.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982" y="1737360"/>
            <a:ext cx="462173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